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MJ · PRE-SEEK? NO — PRE-SEED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MJ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The verification &amp; governance layer for agentic software work.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Desktop control plane that proves your AI agents actually did what they claimed.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Tauri v2 + Rust + React · 25 harnesses · local-first · 11.9.4-Commercial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THE DEMO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Every other tool shows green. MJ says: not verified.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Mission runs → a writer's check fails → MJ prints MISSION_FAILED :: Not verified,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blocks the merge, records evidence, proposes the repair.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Workflows that LOOK successful but aren't = 2026's most expensive failure mode.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Nobody owns 'prove it worked.' We 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Orchestration is optimistic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Enterprises scale agent swarms; success is inferred, not measured (Deloitte 2026).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Governance/audit named the missing layer industry-wide (Techment, TrueFoundry).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Vendor SDKs lock you to one model family; teams already pay for 3–6 agent CLIs.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Frameworks solve coordination. None solves governance.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A workstation where missions own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25 real harnesses, no lock-in — wraps the CLIs customers already subscribe to.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Exit-code-first verdicts; 'unmeasured', never guessed; canary-proven sandboxes.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Review snapshots: reviewers see the writers' work, not the base.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Autonomy: bandit-routed evolution, elastic seats, honest web evidence.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Local-first: SQLite + OS keychain + stdio. The privacy posture enterprises ask for.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2026 is the orchestration inflection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Human-on-the-loop supervision is the enterprise pattern of 2026 (Deloitte).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Bandit-routed self-evolution is the SOTA shape (RecHarness, AEL) — we shipped it.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Agent failures are becoming board-level; audit trails become mandatory spend.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The honesty layer is a wedge, not a feature.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TRACTION SUBSTITUTE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The repo IS the due diligence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43 probe suites + 42 byte-pinned offline bundles — all green, mutation-tested.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Drift gates: docs, counts, CI runners, provenance must match code or the build fails.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~1 year of weekly cadence; honesty ledger documents its own bugs.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Pre-revenue? Then engineering signal is what you're buying. It's unusually strong.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Own 'truth', not 'orchestration'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Category: agentic control plane / compliance-adjacent devtools.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Adjacent, not head-on: LangGraph/CrewAI/MS own coordination; SDKs own one family.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Buyer journey: eng leadership → compliance. Wedge: audit trail for agent work.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Positioning rule: never pitch 'another orchestrator'.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Free forever below the line, Pro above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Personal $0 — noncommercial, forever (PLG funnel).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Pro $119/yr — AUTONOMOUS evolution + elastic&gt;5 (benchmarked $99–150 band).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Business $149/seat/yr — shared audit export · Enterprise — signed builds, attestation.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Subscription-first: 15–25% trial conversion vs 2–5% perpetual. 14-day no-card trial shipped.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Time-to-value engineered, not hoped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Onboarding: sample team runs with zero CLIs/keys; value in minutes (2026 PLG bar).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Dogfood metrics: MJ's flight recorder = activation dashboard.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Marketing asset = the demo clip: 'your agents are lying to you.'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30-day plan: 20–50 users, 3 design partners, waitlist.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We list our own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Solo founder → hire #1 from design partners; repo discipline de-risks contributors.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No users yet → the 30-day plan above is milestone zero.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License was noncommercial → dual-licensing shipped in-product; vendored deps permissive.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Desktop-only imagination → opt-in team audit dashboard, local-first preserved.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Soft gate declared honestly; hard enforcement on roadmap.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07A5F"/>
                </a:solidFill>
                <a:latin typeface="Consola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12 months to a fundable Series-Seed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M0–1: packaging, landing + waitlist, demo clip, 3 design partners.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M1–3: Pro launch; run-history export; installer CI hardening.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M3–6: Business tier; shared audit view; compliance export (provenance + OTel).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M6–12: Enterprise; signed builds; +2 hires.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1B29A"/>
                </a:solidFill>
                <a:latin typeface="Consolas"/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FEEEA"/>
                </a:solidFill>
              </a:defRPr>
            </a:pPr>
            <a:r>
              <a:t>$500–750k pre-seed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12 months: founder + 1 engineer + design-partner program + infra.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Next-round milestones: 500 WAU · 25 paid Pro · 3 Business pilots.</a:t>
            </a:r>
          </a:p>
          <a:p>
            <a:pPr>
              <a:spcAft>
                <a:spcPts val="1000"/>
              </a:spcAft>
              <a:defRPr sz="1700">
                <a:solidFill>
                  <a:srgbClr val="EFEEEA"/>
                </a:solidFill>
              </a:defRPr>
            </a:pPr>
            <a:r>
              <a:t>We publish the verified-rate benchmark as industry content.</a:t>
            </a:r>
          </a:p>
          <a:p>
            <a:pPr>
              <a:spcAft>
                <a:spcPts val="1000"/>
              </a:spcAft>
              <a:defRPr sz="1700">
                <a:solidFill>
                  <a:srgbClr val="9A9891"/>
                </a:solidFill>
              </a:defRPr>
            </a:pPr>
            <a:r>
              <a:t>· The honesty is the moat. Come see the gate fail on purpose.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